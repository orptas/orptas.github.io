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nlander" charset="1" panose="00000000000000000000"/>
      <p:regular r:id="rId22"/>
    </p:embeddedFont>
    <p:embeddedFont>
      <p:font typeface="Shantell Sans" charset="1" panose="00000000000000000000"/>
      <p:regular r:id="rId23"/>
    </p:embeddedFont>
    <p:embeddedFont>
      <p:font typeface="Poppin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76654" y="-272693"/>
            <a:ext cx="18964654" cy="10559693"/>
          </a:xfrm>
          <a:custGeom>
            <a:avLst/>
            <a:gdLst/>
            <a:ahLst/>
            <a:cxnLst/>
            <a:rect r="r" b="b" t="t" l="l"/>
            <a:pathLst>
              <a:path h="10559693" w="18964654">
                <a:moveTo>
                  <a:pt x="0" y="0"/>
                </a:moveTo>
                <a:lnTo>
                  <a:pt x="18964654" y="0"/>
                </a:lnTo>
                <a:lnTo>
                  <a:pt x="18964654" y="10559693"/>
                </a:lnTo>
                <a:lnTo>
                  <a:pt x="0" y="1055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57" r="0" b="-1149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85694" y="3465253"/>
            <a:ext cx="13502306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Technology in human development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5067300"/>
            <a:ext cx="4377333" cy="141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Shantell Sans"/>
                <a:ea typeface="Shantell Sans"/>
                <a:cs typeface="Shantell Sans"/>
                <a:sym typeface="Shantell Sans"/>
              </a:rPr>
              <a:t>By: Tasnima Orpa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Shantell Sans"/>
                <a:ea typeface="Shantell Sans"/>
                <a:cs typeface="Shantell Sans"/>
                <a:sym typeface="Shantell Sans"/>
              </a:rPr>
              <a:t>CSIT 100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27635" y="7229097"/>
            <a:ext cx="4432731" cy="3376691"/>
          </a:xfrm>
          <a:custGeom>
            <a:avLst/>
            <a:gdLst/>
            <a:ahLst/>
            <a:cxnLst/>
            <a:rect r="r" b="b" t="t" l="l"/>
            <a:pathLst>
              <a:path h="3376691" w="4432731">
                <a:moveTo>
                  <a:pt x="0" y="0"/>
                </a:moveTo>
                <a:lnTo>
                  <a:pt x="4432730" y="0"/>
                </a:lnTo>
                <a:lnTo>
                  <a:pt x="4432730" y="3376691"/>
                </a:lnTo>
                <a:lnTo>
                  <a:pt x="0" y="3376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85" t="0" r="-2485" b="-224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Lifelong g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rowth process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Includes emotional development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mental + physical growth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Includes social skills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Changes across all life stage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624143" y="1384588"/>
            <a:ext cx="11020663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What is Human Development?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5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rtphones + social media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Artificial intelligence (AI)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ernet everywhere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Instant communication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Constant information acces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98353" y="7769644"/>
            <a:ext cx="2180974" cy="2180974"/>
          </a:xfrm>
          <a:custGeom>
            <a:avLst/>
            <a:gdLst/>
            <a:ahLst/>
            <a:cxnLst/>
            <a:rect r="r" b="b" t="t" l="l"/>
            <a:pathLst>
              <a:path h="2180974" w="2180974">
                <a:moveTo>
                  <a:pt x="0" y="0"/>
                </a:moveTo>
                <a:lnTo>
                  <a:pt x="2180975" y="0"/>
                </a:lnTo>
                <a:lnTo>
                  <a:pt x="2180975" y="2180975"/>
                </a:lnTo>
                <a:lnTo>
                  <a:pt x="0" y="21809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97969" y="7849541"/>
            <a:ext cx="2292060" cy="2021181"/>
          </a:xfrm>
          <a:custGeom>
            <a:avLst/>
            <a:gdLst/>
            <a:ahLst/>
            <a:cxnLst/>
            <a:rect r="r" b="b" t="t" l="l"/>
            <a:pathLst>
              <a:path h="2021181" w="2292060">
                <a:moveTo>
                  <a:pt x="0" y="0"/>
                </a:moveTo>
                <a:lnTo>
                  <a:pt x="2292060" y="0"/>
                </a:lnTo>
                <a:lnTo>
                  <a:pt x="2292060" y="2021181"/>
                </a:lnTo>
                <a:lnTo>
                  <a:pt x="0" y="20211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43646" y="7849541"/>
            <a:ext cx="1791415" cy="1775129"/>
          </a:xfrm>
          <a:custGeom>
            <a:avLst/>
            <a:gdLst/>
            <a:ahLst/>
            <a:cxnLst/>
            <a:rect r="r" b="b" t="t" l="l"/>
            <a:pathLst>
              <a:path h="1775129" w="1791415">
                <a:moveTo>
                  <a:pt x="0" y="0"/>
                </a:moveTo>
                <a:lnTo>
                  <a:pt x="1791415" y="0"/>
                </a:lnTo>
                <a:lnTo>
                  <a:pt x="1791415" y="1775130"/>
                </a:lnTo>
                <a:lnTo>
                  <a:pt x="0" y="1775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73018" y="1384588"/>
            <a:ext cx="10922914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Technology in Today’s World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Atten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 span changes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Memory shifts 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tasking behavior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decision-making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Information overload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114898" y="7709204"/>
            <a:ext cx="1915180" cy="2395037"/>
          </a:xfrm>
          <a:custGeom>
            <a:avLst/>
            <a:gdLst/>
            <a:ahLst/>
            <a:cxnLst/>
            <a:rect r="r" b="b" t="t" l="l"/>
            <a:pathLst>
              <a:path h="2395037" w="1915180">
                <a:moveTo>
                  <a:pt x="0" y="0"/>
                </a:moveTo>
                <a:lnTo>
                  <a:pt x="1915180" y="0"/>
                </a:lnTo>
                <a:lnTo>
                  <a:pt x="1915180" y="2395037"/>
                </a:lnTo>
                <a:lnTo>
                  <a:pt x="0" y="2395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90410" y="7613467"/>
            <a:ext cx="2060549" cy="2490774"/>
          </a:xfrm>
          <a:custGeom>
            <a:avLst/>
            <a:gdLst/>
            <a:ahLst/>
            <a:cxnLst/>
            <a:rect r="r" b="b" t="t" l="l"/>
            <a:pathLst>
              <a:path h="2490774" w="2060549">
                <a:moveTo>
                  <a:pt x="0" y="0"/>
                </a:moveTo>
                <a:lnTo>
                  <a:pt x="2060549" y="0"/>
                </a:lnTo>
                <a:lnTo>
                  <a:pt x="2060549" y="2490774"/>
                </a:lnTo>
                <a:lnTo>
                  <a:pt x="0" y="2490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25441" y="1384588"/>
            <a:ext cx="11218069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Cognitive Development Impact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00" y="-1427818"/>
            <a:ext cx="20826343" cy="11714818"/>
          </a:xfrm>
          <a:custGeom>
            <a:avLst/>
            <a:gdLst/>
            <a:ahLst/>
            <a:cxnLst/>
            <a:rect r="r" b="b" t="t" l="l"/>
            <a:pathLst>
              <a:path h="11714818" w="20826343">
                <a:moveTo>
                  <a:pt x="0" y="0"/>
                </a:moveTo>
                <a:lnTo>
                  <a:pt x="20826343" y="0"/>
                </a:lnTo>
                <a:lnTo>
                  <a:pt x="20826343" y="11714818"/>
                </a:lnTo>
                <a:lnTo>
                  <a:pt x="0" y="11714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91300" y="7206650"/>
            <a:ext cx="2684402" cy="2684402"/>
          </a:xfrm>
          <a:custGeom>
            <a:avLst/>
            <a:gdLst/>
            <a:ahLst/>
            <a:cxnLst/>
            <a:rect r="r" b="b" t="t" l="l"/>
            <a:pathLst>
              <a:path h="2684402" w="2684402">
                <a:moveTo>
                  <a:pt x="0" y="0"/>
                </a:moveTo>
                <a:lnTo>
                  <a:pt x="2684402" y="0"/>
                </a:lnTo>
                <a:lnTo>
                  <a:pt x="2684402" y="2684403"/>
                </a:lnTo>
                <a:lnTo>
                  <a:pt x="0" y="2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30078" y="7206650"/>
            <a:ext cx="3344246" cy="2888213"/>
          </a:xfrm>
          <a:custGeom>
            <a:avLst/>
            <a:gdLst/>
            <a:ahLst/>
            <a:cxnLst/>
            <a:rect r="r" b="b" t="t" l="l"/>
            <a:pathLst>
              <a:path h="2888213" w="3344246">
                <a:moveTo>
                  <a:pt x="0" y="0"/>
                </a:moveTo>
                <a:lnTo>
                  <a:pt x="3344247" y="0"/>
                </a:lnTo>
                <a:lnTo>
                  <a:pt x="3344247" y="2888213"/>
                </a:lnTo>
                <a:lnTo>
                  <a:pt x="0" y="2888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38931" y="1384588"/>
            <a:ext cx="6791087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Attention &amp; Focus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0857" y="264922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Constant n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otifications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Short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 attention span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Switching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tasks quickly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Harder deep focus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distractions everywhere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607" y="-715162"/>
            <a:ext cx="20077712" cy="12509802"/>
          </a:xfrm>
          <a:custGeom>
            <a:avLst/>
            <a:gdLst/>
            <a:ahLst/>
            <a:cxnLst/>
            <a:rect r="r" b="b" t="t" l="l"/>
            <a:pathLst>
              <a:path h="12509802" w="20077712">
                <a:moveTo>
                  <a:pt x="0" y="0"/>
                </a:moveTo>
                <a:lnTo>
                  <a:pt x="20077712" y="0"/>
                </a:lnTo>
                <a:lnTo>
                  <a:pt x="20077712" y="12509802"/>
                </a:lnTo>
                <a:lnTo>
                  <a:pt x="0" y="1250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63" r="0" b="-28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6136" y="8011706"/>
            <a:ext cx="2759927" cy="2057400"/>
          </a:xfrm>
          <a:custGeom>
            <a:avLst/>
            <a:gdLst/>
            <a:ahLst/>
            <a:cxnLst/>
            <a:rect r="r" b="b" t="t" l="l"/>
            <a:pathLst>
              <a:path h="2057400" w="2759927">
                <a:moveTo>
                  <a:pt x="0" y="0"/>
                </a:moveTo>
                <a:lnTo>
                  <a:pt x="2759926" y="0"/>
                </a:lnTo>
                <a:lnTo>
                  <a:pt x="275992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30078" y="7601068"/>
            <a:ext cx="1769357" cy="2685932"/>
          </a:xfrm>
          <a:custGeom>
            <a:avLst/>
            <a:gdLst/>
            <a:ahLst/>
            <a:cxnLst/>
            <a:rect r="r" b="b" t="t" l="l"/>
            <a:pathLst>
              <a:path h="2685932" w="1769357">
                <a:moveTo>
                  <a:pt x="0" y="0"/>
                </a:moveTo>
                <a:lnTo>
                  <a:pt x="1769358" y="0"/>
                </a:lnTo>
                <a:lnTo>
                  <a:pt x="1769358" y="2685932"/>
                </a:lnTo>
                <a:lnTo>
                  <a:pt x="0" y="26859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 memorization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Rely on search engi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External memory storage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answers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Reduced recall practice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044291" y="8327574"/>
            <a:ext cx="2394606" cy="1741532"/>
          </a:xfrm>
          <a:custGeom>
            <a:avLst/>
            <a:gdLst/>
            <a:ahLst/>
            <a:cxnLst/>
            <a:rect r="r" b="b" t="t" l="l"/>
            <a:pathLst>
              <a:path h="1741532" w="2394606">
                <a:moveTo>
                  <a:pt x="0" y="0"/>
                </a:moveTo>
                <a:lnTo>
                  <a:pt x="2394606" y="0"/>
                </a:lnTo>
                <a:lnTo>
                  <a:pt x="2394606" y="1741532"/>
                </a:lnTo>
                <a:lnTo>
                  <a:pt x="0" y="1741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19005" y="1254046"/>
            <a:ext cx="7118628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Memory &amp; Thinking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Brain adap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ts (neuroplasticity)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digital stimulation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Early childhood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impact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Learning patter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changes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Environment shape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brain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596188" y="7061388"/>
            <a:ext cx="2792238" cy="2792238"/>
          </a:xfrm>
          <a:custGeom>
            <a:avLst/>
            <a:gdLst/>
            <a:ahLst/>
            <a:cxnLst/>
            <a:rect r="r" b="b" t="t" l="l"/>
            <a:pathLst>
              <a:path h="2792238" w="2792238">
                <a:moveTo>
                  <a:pt x="0" y="0"/>
                </a:moveTo>
                <a:lnTo>
                  <a:pt x="2792238" y="0"/>
                </a:lnTo>
                <a:lnTo>
                  <a:pt x="2792238" y="2792238"/>
                </a:lnTo>
                <a:lnTo>
                  <a:pt x="0" y="2792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33036" y="7061388"/>
            <a:ext cx="2903083" cy="2792238"/>
          </a:xfrm>
          <a:custGeom>
            <a:avLst/>
            <a:gdLst/>
            <a:ahLst/>
            <a:cxnLst/>
            <a:rect r="r" b="b" t="t" l="l"/>
            <a:pathLst>
              <a:path h="2792238" w="2903083">
                <a:moveTo>
                  <a:pt x="0" y="0"/>
                </a:moveTo>
                <a:lnTo>
                  <a:pt x="2903084" y="0"/>
                </a:lnTo>
                <a:lnTo>
                  <a:pt x="2903084" y="2792238"/>
                </a:lnTo>
                <a:lnTo>
                  <a:pt x="0" y="2792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98914" y="1384588"/>
            <a:ext cx="7071122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Brain Development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87668" y="7796226"/>
            <a:ext cx="4574054" cy="2378508"/>
          </a:xfrm>
          <a:custGeom>
            <a:avLst/>
            <a:gdLst/>
            <a:ahLst/>
            <a:cxnLst/>
            <a:rect r="r" b="b" t="t" l="l"/>
            <a:pathLst>
              <a:path h="2378508" w="4574054">
                <a:moveTo>
                  <a:pt x="0" y="0"/>
                </a:moveTo>
                <a:lnTo>
                  <a:pt x="4574054" y="0"/>
                </a:lnTo>
                <a:lnTo>
                  <a:pt x="4574054" y="2378508"/>
                </a:lnTo>
                <a:lnTo>
                  <a:pt x="0" y="2378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15785" y="7552267"/>
            <a:ext cx="3044743" cy="2734733"/>
          </a:xfrm>
          <a:custGeom>
            <a:avLst/>
            <a:gdLst/>
            <a:ahLst/>
            <a:cxnLst/>
            <a:rect r="r" b="b" t="t" l="l"/>
            <a:pathLst>
              <a:path h="2734733" w="3044743">
                <a:moveTo>
                  <a:pt x="0" y="0"/>
                </a:moveTo>
                <a:lnTo>
                  <a:pt x="3044742" y="0"/>
                </a:lnTo>
                <a:lnTo>
                  <a:pt x="3044742" y="2734733"/>
                </a:lnTo>
                <a:lnTo>
                  <a:pt x="0" y="2734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87324" y="7605665"/>
            <a:ext cx="2882546" cy="2569069"/>
          </a:xfrm>
          <a:custGeom>
            <a:avLst/>
            <a:gdLst/>
            <a:ahLst/>
            <a:cxnLst/>
            <a:rect r="r" b="b" t="t" l="l"/>
            <a:pathLst>
              <a:path h="2569069" w="2882546">
                <a:moveTo>
                  <a:pt x="0" y="0"/>
                </a:moveTo>
                <a:lnTo>
                  <a:pt x="2882546" y="0"/>
                </a:lnTo>
                <a:lnTo>
                  <a:pt x="2882546" y="2569069"/>
                </a:lnTo>
                <a:lnTo>
                  <a:pt x="0" y="2569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 th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rough play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Face-to-face interaction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skill development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Balance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needed with tech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 much screen time risky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315010" y="1384588"/>
            <a:ext cx="7638931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Children &amp; Learning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Easy gl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obal communication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Long-dista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relationships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media connections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Less in-person interaction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Changing communication style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86459" y="7796226"/>
            <a:ext cx="3036701" cy="2147776"/>
          </a:xfrm>
          <a:custGeom>
            <a:avLst/>
            <a:gdLst/>
            <a:ahLst/>
            <a:cxnLst/>
            <a:rect r="r" b="b" t="t" l="l"/>
            <a:pathLst>
              <a:path h="2147776" w="3036701">
                <a:moveTo>
                  <a:pt x="0" y="0"/>
                </a:moveTo>
                <a:lnTo>
                  <a:pt x="3036701" y="0"/>
                </a:lnTo>
                <a:lnTo>
                  <a:pt x="3036701" y="2147776"/>
                </a:lnTo>
                <a:lnTo>
                  <a:pt x="0" y="2147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81082" y="7034318"/>
            <a:ext cx="3252682" cy="3252682"/>
          </a:xfrm>
          <a:custGeom>
            <a:avLst/>
            <a:gdLst/>
            <a:ahLst/>
            <a:cxnLst/>
            <a:rect r="r" b="b" t="t" l="l"/>
            <a:pathLst>
              <a:path h="3252682" w="3252682">
                <a:moveTo>
                  <a:pt x="0" y="0"/>
                </a:moveTo>
                <a:lnTo>
                  <a:pt x="3252682" y="0"/>
                </a:lnTo>
                <a:lnTo>
                  <a:pt x="3252682" y="3252682"/>
                </a:lnTo>
                <a:lnTo>
                  <a:pt x="0" y="32526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51991" y="1384588"/>
            <a:ext cx="7364968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Social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8054" y="-1083947"/>
            <a:ext cx="20826343" cy="11714818"/>
          </a:xfrm>
          <a:custGeom>
            <a:avLst/>
            <a:gdLst/>
            <a:ahLst/>
            <a:cxnLst/>
            <a:rect r="r" b="b" t="t" l="l"/>
            <a:pathLst>
              <a:path h="11714818" w="20826343">
                <a:moveTo>
                  <a:pt x="0" y="0"/>
                </a:moveTo>
                <a:lnTo>
                  <a:pt x="20826343" y="0"/>
                </a:lnTo>
                <a:lnTo>
                  <a:pt x="20826343" y="11714817"/>
                </a:lnTo>
                <a:lnTo>
                  <a:pt x="0" y="11714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88474" y="2938049"/>
            <a:ext cx="4215389" cy="4215389"/>
          </a:xfrm>
          <a:custGeom>
            <a:avLst/>
            <a:gdLst/>
            <a:ahLst/>
            <a:cxnLst/>
            <a:rect r="r" b="b" t="t" l="l"/>
            <a:pathLst>
              <a:path h="4215389" w="4215389">
                <a:moveTo>
                  <a:pt x="0" y="0"/>
                </a:moveTo>
                <a:lnTo>
                  <a:pt x="4215389" y="0"/>
                </a:lnTo>
                <a:lnTo>
                  <a:pt x="4215389" y="4215388"/>
                </a:lnTo>
                <a:lnTo>
                  <a:pt x="0" y="4215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0857" y="3734004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c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omparison online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Anxi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ety in tee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Self-esteem issues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Online support groups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Emotional influence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918412" y="1879502"/>
            <a:ext cx="8451175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Mental Health Effects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607" y="-715162"/>
            <a:ext cx="20077712" cy="12509802"/>
          </a:xfrm>
          <a:custGeom>
            <a:avLst/>
            <a:gdLst/>
            <a:ahLst/>
            <a:cxnLst/>
            <a:rect r="r" b="b" t="t" l="l"/>
            <a:pathLst>
              <a:path h="12509802" w="20077712">
                <a:moveTo>
                  <a:pt x="0" y="0"/>
                </a:moveTo>
                <a:lnTo>
                  <a:pt x="20077712" y="0"/>
                </a:lnTo>
                <a:lnTo>
                  <a:pt x="20077712" y="12509802"/>
                </a:lnTo>
                <a:lnTo>
                  <a:pt x="0" y="1250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63" r="0" b="-28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4331" y="7796226"/>
            <a:ext cx="2203074" cy="2277614"/>
          </a:xfrm>
          <a:custGeom>
            <a:avLst/>
            <a:gdLst/>
            <a:ahLst/>
            <a:cxnLst/>
            <a:rect r="r" b="b" t="t" l="l"/>
            <a:pathLst>
              <a:path h="2277614" w="2203074">
                <a:moveTo>
                  <a:pt x="0" y="0"/>
                </a:moveTo>
                <a:lnTo>
                  <a:pt x="2203073" y="0"/>
                </a:lnTo>
                <a:lnTo>
                  <a:pt x="2203073" y="2277614"/>
                </a:lnTo>
                <a:lnTo>
                  <a:pt x="0" y="227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Education ac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cess online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Teleme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dicine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healthcare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economy growth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Unequal access (digital divide)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Worldwide connectivity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144000" y="7290851"/>
            <a:ext cx="2887303" cy="2861055"/>
          </a:xfrm>
          <a:custGeom>
            <a:avLst/>
            <a:gdLst/>
            <a:ahLst/>
            <a:cxnLst/>
            <a:rect r="r" b="b" t="t" l="l"/>
            <a:pathLst>
              <a:path h="2861055" w="2887303">
                <a:moveTo>
                  <a:pt x="0" y="0"/>
                </a:moveTo>
                <a:lnTo>
                  <a:pt x="2887303" y="0"/>
                </a:lnTo>
                <a:lnTo>
                  <a:pt x="2887303" y="2861055"/>
                </a:lnTo>
                <a:lnTo>
                  <a:pt x="0" y="2861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03968" y="1384588"/>
            <a:ext cx="5261015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Global Impact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0857" y="2931490"/>
            <a:ext cx="16458443" cy="567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replacing j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New tech careers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utomation growth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Skill development 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needed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stant lear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ning required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679082" y="7317688"/>
            <a:ext cx="2127107" cy="2969312"/>
          </a:xfrm>
          <a:custGeom>
            <a:avLst/>
            <a:gdLst/>
            <a:ahLst/>
            <a:cxnLst/>
            <a:rect r="r" b="b" t="t" l="l"/>
            <a:pathLst>
              <a:path h="2969312" w="2127107">
                <a:moveTo>
                  <a:pt x="0" y="0"/>
                </a:moveTo>
                <a:lnTo>
                  <a:pt x="2127107" y="0"/>
                </a:lnTo>
                <a:lnTo>
                  <a:pt x="2127107" y="2969312"/>
                </a:lnTo>
                <a:lnTo>
                  <a:pt x="0" y="2969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7694920"/>
            <a:ext cx="2122266" cy="2592080"/>
          </a:xfrm>
          <a:custGeom>
            <a:avLst/>
            <a:gdLst/>
            <a:ahLst/>
            <a:cxnLst/>
            <a:rect r="r" b="b" t="t" l="l"/>
            <a:pathLst>
              <a:path h="2592080" w="2122266">
                <a:moveTo>
                  <a:pt x="0" y="0"/>
                </a:moveTo>
                <a:lnTo>
                  <a:pt x="2122266" y="0"/>
                </a:lnTo>
                <a:lnTo>
                  <a:pt x="2122266" y="2592080"/>
                </a:lnTo>
                <a:lnTo>
                  <a:pt x="0" y="2592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94245" y="1384588"/>
            <a:ext cx="7480459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Jobs &amp; Future Work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94884" y="6993534"/>
            <a:ext cx="3249116" cy="2952634"/>
          </a:xfrm>
          <a:custGeom>
            <a:avLst/>
            <a:gdLst/>
            <a:ahLst/>
            <a:cxnLst/>
            <a:rect r="r" b="b" t="t" l="l"/>
            <a:pathLst>
              <a:path h="2952634" w="3249116">
                <a:moveTo>
                  <a:pt x="0" y="0"/>
                </a:moveTo>
                <a:lnTo>
                  <a:pt x="3249116" y="0"/>
                </a:lnTo>
                <a:lnTo>
                  <a:pt x="3249116" y="2952635"/>
                </a:lnTo>
                <a:lnTo>
                  <a:pt x="0" y="2952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64959" y="7249454"/>
            <a:ext cx="1678048" cy="2440796"/>
          </a:xfrm>
          <a:custGeom>
            <a:avLst/>
            <a:gdLst/>
            <a:ahLst/>
            <a:cxnLst/>
            <a:rect r="r" b="b" t="t" l="l"/>
            <a:pathLst>
              <a:path h="2440796" w="1678048">
                <a:moveTo>
                  <a:pt x="0" y="0"/>
                </a:moveTo>
                <a:lnTo>
                  <a:pt x="1678048" y="0"/>
                </a:lnTo>
                <a:lnTo>
                  <a:pt x="1678048" y="2440796"/>
                </a:lnTo>
                <a:lnTo>
                  <a:pt x="0" y="2440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63857" y="1384588"/>
            <a:ext cx="8941237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My Personal Experience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Grew up in Ba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ngladesh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mite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early technology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More outdoor play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face-to-face skills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Later digital adaptation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5653" y="762000"/>
            <a:ext cx="17642347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Advantages              Disadvantages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8110" y="2355130"/>
            <a:ext cx="6949582" cy="73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4690" indent="-497345" lvl="1">
              <a:lnSpc>
                <a:spcPts val="6450"/>
              </a:lnSpc>
              <a:spcBef>
                <a:spcPct val="0"/>
              </a:spcBef>
              <a:buFont typeface="Arial"/>
              <a:buChar char="•"/>
            </a:pPr>
            <a:r>
              <a:rPr lang="en-US" sz="46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educ</a:t>
            </a:r>
            <a:r>
              <a:rPr lang="en-US" sz="46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ation access</a:t>
            </a:r>
          </a:p>
          <a:p>
            <a:pPr algn="ctr" marL="994690" indent="-497345" lvl="1">
              <a:lnSpc>
                <a:spcPts val="6450"/>
              </a:lnSpc>
              <a:spcBef>
                <a:spcPct val="0"/>
              </a:spcBef>
              <a:buFont typeface="Arial"/>
              <a:buChar char="•"/>
            </a:pPr>
            <a:r>
              <a:rPr lang="en-US" sz="46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communica</a:t>
            </a:r>
            <a:r>
              <a:rPr lang="en-US" sz="46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</a:t>
            </a:r>
          </a:p>
          <a:p>
            <a:pPr algn="ctr" marL="994690" indent="-497345" lvl="1">
              <a:lnSpc>
                <a:spcPts val="6450"/>
              </a:lnSpc>
              <a:spcBef>
                <a:spcPct val="0"/>
              </a:spcBef>
              <a:buFont typeface="Arial"/>
              <a:buChar char="•"/>
            </a:pPr>
            <a:r>
              <a:rPr lang="en-US" sz="46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Global knowledge sharing</a:t>
            </a:r>
          </a:p>
          <a:p>
            <a:pPr algn="ctr" marL="994690" indent="-497345" lvl="1">
              <a:lnSpc>
                <a:spcPts val="6450"/>
              </a:lnSpc>
              <a:spcBef>
                <a:spcPct val="0"/>
              </a:spcBef>
              <a:buFont typeface="Arial"/>
              <a:buChar char="•"/>
            </a:pPr>
            <a:r>
              <a:rPr lang="en-US" sz="46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Increased productivity</a:t>
            </a:r>
          </a:p>
          <a:p>
            <a:pPr algn="ctr">
              <a:lnSpc>
                <a:spcPts val="645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962887" y="2336080"/>
            <a:ext cx="7491398" cy="848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38439" indent="-519220" lvl="1">
              <a:lnSpc>
                <a:spcPts val="6733"/>
              </a:lnSpc>
              <a:spcBef>
                <a:spcPct val="0"/>
              </a:spcBef>
              <a:buFont typeface="Arial"/>
              <a:buChar char="•"/>
            </a:pPr>
            <a:r>
              <a:rPr lang="en-US" sz="48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Eye str</a:t>
            </a:r>
            <a:r>
              <a:rPr lang="en-US" sz="48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ain &amp; health issue</a:t>
            </a:r>
            <a:r>
              <a:rPr lang="en-US" sz="48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ctr" marL="1038439" indent="-519220" lvl="1">
              <a:lnSpc>
                <a:spcPts val="6733"/>
              </a:lnSpc>
              <a:spcBef>
                <a:spcPct val="0"/>
              </a:spcBef>
              <a:buFont typeface="Arial"/>
              <a:buChar char="•"/>
            </a:pPr>
            <a:r>
              <a:rPr lang="en-US" sz="48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Less physical activity</a:t>
            </a:r>
          </a:p>
          <a:p>
            <a:pPr algn="ctr" marL="1038439" indent="-519220" lvl="1">
              <a:lnSpc>
                <a:spcPts val="6733"/>
              </a:lnSpc>
              <a:spcBef>
                <a:spcPct val="0"/>
              </a:spcBef>
              <a:buFont typeface="Arial"/>
              <a:buChar char="•"/>
            </a:pPr>
            <a:r>
              <a:rPr lang="en-US" sz="48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Privacy risks</a:t>
            </a:r>
          </a:p>
          <a:p>
            <a:pPr algn="ctr" marL="1038439" indent="-519220" lvl="1">
              <a:lnSpc>
                <a:spcPts val="6733"/>
              </a:lnSpc>
              <a:spcBef>
                <a:spcPct val="0"/>
              </a:spcBef>
              <a:buFont typeface="Arial"/>
              <a:buChar char="•"/>
            </a:pPr>
            <a:r>
              <a:rPr lang="en-US" sz="48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Distraction &amp; addiction</a:t>
            </a:r>
          </a:p>
          <a:p>
            <a:pPr algn="ctr" marL="1038439" indent="-519220" lvl="1">
              <a:lnSpc>
                <a:spcPts val="6733"/>
              </a:lnSpc>
              <a:spcBef>
                <a:spcPct val="0"/>
              </a:spcBef>
              <a:buFont typeface="Arial"/>
              <a:buChar char="•"/>
            </a:pPr>
            <a:r>
              <a:rPr lang="en-US" sz="48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Misinformation online</a:t>
            </a:r>
          </a:p>
          <a:p>
            <a:pPr algn="ctr">
              <a:lnSpc>
                <a:spcPts val="6733"/>
              </a:lnSpc>
              <a:spcBef>
                <a:spcPct val="0"/>
              </a:spcBef>
            </a:pPr>
          </a:p>
          <a:p>
            <a:pPr algn="ctr">
              <a:lnSpc>
                <a:spcPts val="67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0857" y="2931490"/>
            <a:ext cx="16458443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Technology shapes 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development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Affects brain + behavior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 p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ros a</a:t>
            </a: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nd cons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Balance is essential</a:t>
            </a:r>
          </a:p>
          <a:p>
            <a:pPr algn="ctr" marL="993133" indent="-496566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Human choice matters most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095946" y="1384588"/>
            <a:ext cx="4077057" cy="10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61397" y="4151946"/>
            <a:ext cx="6165205" cy="158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sz="7799">
                <a:solidFill>
                  <a:srgbClr val="000000"/>
                </a:solidFill>
                <a:latin typeface="Inlander"/>
                <a:ea typeface="Inlander"/>
                <a:cs typeface="Inlander"/>
                <a:sym typeface="Inlander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DAG4EOmBu5A</dc:identifier>
  <dcterms:modified xsi:type="dcterms:W3CDTF">2011-08-01T06:04:30Z</dcterms:modified>
  <cp:revision>1</cp:revision>
  <dc:title>presentation</dc:title>
</cp:coreProperties>
</file>